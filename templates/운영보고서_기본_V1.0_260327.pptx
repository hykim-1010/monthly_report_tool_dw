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4"/>
  </p:sldMasterIdLst>
  <p:notesMasterIdLst>
    <p:notesMasterId r:id="rId12"/>
  </p:notesMasterIdLst>
  <p:handoutMasterIdLst>
    <p:handoutMasterId r:id="rId13"/>
  </p:handoutMasterIdLst>
  <p:sldIdLst>
    <p:sldId id="1109" r:id="rId5"/>
    <p:sldId id="1573" r:id="rId6"/>
    <p:sldId id="1574" r:id="rId7"/>
    <p:sldId id="1575" r:id="rId8"/>
    <p:sldId id="1551" r:id="rId9"/>
    <p:sldId id="1549" r:id="rId10"/>
    <p:sldId id="790" r:id="rId11"/>
  </p:sldIdLst>
  <p:sldSz cx="10799763" cy="6858000"/>
  <p:notesSz cx="10021888" cy="68897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02" userDrawn="1">
          <p15:clr>
            <a:srgbClr val="A4A3A4"/>
          </p15:clr>
        </p15:guide>
        <p15:guide id="8" pos="544" userDrawn="1">
          <p15:clr>
            <a:srgbClr val="A4A3A4"/>
          </p15:clr>
        </p15:guide>
        <p15:guide id="9" orient="horz" pos="278" userDrawn="1">
          <p15:clr>
            <a:srgbClr val="A4A3A4"/>
          </p15:clr>
        </p15:guide>
        <p15:guide id="10" orient="horz" pos="2137" userDrawn="1">
          <p15:clr>
            <a:srgbClr val="A4A3A4"/>
          </p15:clr>
        </p15:guide>
        <p15:guide id="11" orient="horz" pos="1026" userDrawn="1">
          <p15:clr>
            <a:srgbClr val="A4A3A4"/>
          </p15:clr>
        </p15:guide>
        <p15:guide id="12" orient="horz" pos="3725" userDrawn="1">
          <p15:clr>
            <a:srgbClr val="A4A3A4"/>
          </p15:clr>
        </p15:guide>
        <p15:guide id="15" orient="horz" pos="686" userDrawn="1">
          <p15:clr>
            <a:srgbClr val="A4A3A4"/>
          </p15:clr>
        </p15:guide>
        <p15:guide id="16" orient="horz" pos="1298" userDrawn="1">
          <p15:clr>
            <a:srgbClr val="A4A3A4"/>
          </p15:clr>
        </p15:guide>
        <p15:guide id="17" pos="62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79466"/>
    <a:srgbClr val="F1667C"/>
    <a:srgbClr val="EE9360"/>
    <a:srgbClr val="17175E"/>
    <a:srgbClr val="C1E7F5"/>
    <a:srgbClr val="D7F0F9"/>
    <a:srgbClr val="EA4D24"/>
    <a:srgbClr val="E72B17"/>
    <a:srgbClr val="AABA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2783F-1BC8-49C0-8334-28D3F6C0DE94}" v="127" dt="2026-03-26T01:13:34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10" y="77"/>
      </p:cViewPr>
      <p:guideLst>
        <p:guide pos="3402"/>
        <p:guide pos="544"/>
        <p:guide orient="horz" pos="278"/>
        <p:guide orient="horz" pos="2137"/>
        <p:guide orient="horz" pos="1026"/>
        <p:guide orient="horz" pos="3725"/>
        <p:guide orient="horz" pos="686"/>
        <p:guide orient="horz" pos="1298"/>
        <p:guide pos="62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981" y="119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희영" userId="ab5c3f10-e69c-4fad-9a0a-cf8af4e27a8b" providerId="ADAL" clId="{95AEAD4D-8375-4BE0-AAE5-1E55A28D9FEC}"/>
    <pc:docChg chg="undo custSel addSld delSld modSld sldOrd modMainMaster">
      <pc:chgData name="김 희영" userId="ab5c3f10-e69c-4fad-9a0a-cf8af4e27a8b" providerId="ADAL" clId="{95AEAD4D-8375-4BE0-AAE5-1E55A28D9FEC}" dt="2026-03-26T01:17:59.328" v="5153" actId="20577"/>
      <pc:docMkLst>
        <pc:docMk/>
      </pc:docMkLst>
      <pc:sldChg chg="addSp delSp modSp mod">
        <pc:chgData name="김 희영" userId="ab5c3f10-e69c-4fad-9a0a-cf8af4e27a8b" providerId="ADAL" clId="{95AEAD4D-8375-4BE0-AAE5-1E55A28D9FEC}" dt="2026-03-26T00:31:25.523" v="4418" actId="20577"/>
        <pc:sldMkLst>
          <pc:docMk/>
          <pc:sldMk cId="1240462446" sldId="1109"/>
        </pc:sldMkLst>
        <pc:spChg chg="add del mod">
          <ac:chgData name="김 희영" userId="ab5c3f10-e69c-4fad-9a0a-cf8af4e27a8b" providerId="ADAL" clId="{95AEAD4D-8375-4BE0-AAE5-1E55A28D9FEC}" dt="2026-03-26T00:31:23.586" v="4416" actId="20577"/>
          <ac:spMkLst>
            <pc:docMk/>
            <pc:sldMk cId="1240462446" sldId="1109"/>
            <ac:spMk id="3" creationId="{00000000-0000-0000-0000-000000000000}"/>
          </ac:spMkLst>
        </pc:spChg>
        <pc:spChg chg="mod">
          <ac:chgData name="김 희영" userId="ab5c3f10-e69c-4fad-9a0a-cf8af4e27a8b" providerId="ADAL" clId="{95AEAD4D-8375-4BE0-AAE5-1E55A28D9FEC}" dt="2026-03-26T00:31:25.523" v="4418" actId="20577"/>
          <ac:spMkLst>
            <pc:docMk/>
            <pc:sldMk cId="1240462446" sldId="1109"/>
            <ac:spMk id="4" creationId="{00000000-0000-0000-0000-000000000000}"/>
          </ac:spMkLst>
        </pc:spChg>
      </pc:sldChg>
      <pc:sldChg chg="modSp mod">
        <pc:chgData name="김 희영" userId="ab5c3f10-e69c-4fad-9a0a-cf8af4e27a8b" providerId="ADAL" clId="{95AEAD4D-8375-4BE0-AAE5-1E55A28D9FEC}" dt="2026-03-26T00:50:26.139" v="4792"/>
        <pc:sldMkLst>
          <pc:docMk/>
          <pc:sldMk cId="4017022075" sldId="1549"/>
        </pc:sldMkLst>
        <pc:spChg chg="mod">
          <ac:chgData name="김 희영" userId="ab5c3f10-e69c-4fad-9a0a-cf8af4e27a8b" providerId="ADAL" clId="{95AEAD4D-8375-4BE0-AAE5-1E55A28D9FEC}" dt="2026-03-26T00:50:26.139" v="4792"/>
          <ac:spMkLst>
            <pc:docMk/>
            <pc:sldMk cId="4017022075" sldId="1549"/>
            <ac:spMk id="15" creationId="{00000000-0000-0000-0000-000000000000}"/>
          </ac:spMkLst>
        </pc:spChg>
        <pc:graphicFrameChg chg="mod modGraphic">
          <ac:chgData name="김 희영" userId="ab5c3f10-e69c-4fad-9a0a-cf8af4e27a8b" providerId="ADAL" clId="{95AEAD4D-8375-4BE0-AAE5-1E55A28D9FEC}" dt="2026-03-26T00:43:21.932" v="4542" actId="20577"/>
          <ac:graphicFrameMkLst>
            <pc:docMk/>
            <pc:sldMk cId="4017022075" sldId="1549"/>
            <ac:graphicFrameMk id="4" creationId="{00000000-0000-0000-0000-000000000000}"/>
          </ac:graphicFrameMkLst>
        </pc:graphicFrameChg>
        <pc:graphicFrameChg chg="mod modGraphic">
          <ac:chgData name="김 희영" userId="ab5c3f10-e69c-4fad-9a0a-cf8af4e27a8b" providerId="ADAL" clId="{95AEAD4D-8375-4BE0-AAE5-1E55A28D9FEC}" dt="2026-03-26T00:45:43.671" v="4591" actId="255"/>
          <ac:graphicFrameMkLst>
            <pc:docMk/>
            <pc:sldMk cId="4017022075" sldId="1549"/>
            <ac:graphicFrameMk id="5" creationId="{501AB8E9-B996-1D83-5E55-EDB774892CC2}"/>
          </ac:graphicFrameMkLst>
        </pc:graphicFrameChg>
        <pc:graphicFrameChg chg="mod modGraphic">
          <ac:chgData name="김 희영" userId="ab5c3f10-e69c-4fad-9a0a-cf8af4e27a8b" providerId="ADAL" clId="{95AEAD4D-8375-4BE0-AAE5-1E55A28D9FEC}" dt="2026-03-26T00:49:16.139" v="4673" actId="255"/>
          <ac:graphicFrameMkLst>
            <pc:docMk/>
            <pc:sldMk cId="4017022075" sldId="1549"/>
            <ac:graphicFrameMk id="8" creationId="{91F42BCE-6827-9EAA-6087-B1E2062AE6E9}"/>
          </ac:graphicFrameMkLst>
        </pc:graphicFrameChg>
      </pc:sldChg>
      <pc:sldChg chg="modSp mod">
        <pc:chgData name="김 희영" userId="ab5c3f10-e69c-4fad-9a0a-cf8af4e27a8b" providerId="ADAL" clId="{95AEAD4D-8375-4BE0-AAE5-1E55A28D9FEC}" dt="2026-03-26T00:39:48.359" v="4475" actId="113"/>
        <pc:sldMkLst>
          <pc:docMk/>
          <pc:sldMk cId="1189511978" sldId="1551"/>
        </pc:sldMkLst>
        <pc:graphicFrameChg chg="mod modGraphic">
          <ac:chgData name="김 희영" userId="ab5c3f10-e69c-4fad-9a0a-cf8af4e27a8b" providerId="ADAL" clId="{95AEAD4D-8375-4BE0-AAE5-1E55A28D9FEC}" dt="2026-03-26T00:39:48.359" v="4475" actId="113"/>
          <ac:graphicFrameMkLst>
            <pc:docMk/>
            <pc:sldMk cId="1189511978" sldId="1551"/>
            <ac:graphicFrameMk id="4" creationId="{00000000-0000-0000-0000-000000000000}"/>
          </ac:graphicFrameMkLst>
        </pc:graphicFrameChg>
      </pc:sldChg>
      <pc:sldChg chg="modSp mod">
        <pc:chgData name="김 희영" userId="ab5c3f10-e69c-4fad-9a0a-cf8af4e27a8b" providerId="ADAL" clId="{95AEAD4D-8375-4BE0-AAE5-1E55A28D9FEC}" dt="2026-03-26T01:17:59.328" v="5153" actId="20577"/>
        <pc:sldMkLst>
          <pc:docMk/>
          <pc:sldMk cId="3279489397" sldId="1573"/>
        </pc:sldMkLst>
        <pc:graphicFrameChg chg="mod modGraphic">
          <ac:chgData name="김 희영" userId="ab5c3f10-e69c-4fad-9a0a-cf8af4e27a8b" providerId="ADAL" clId="{95AEAD4D-8375-4BE0-AAE5-1E55A28D9FEC}" dt="2026-03-26T01:17:59.328" v="5153" actId="20577"/>
          <ac:graphicFrameMkLst>
            <pc:docMk/>
            <pc:sldMk cId="3279489397" sldId="1573"/>
            <ac:graphicFrameMk id="2" creationId="{12EEF0AA-41C0-0D68-5DFE-64CE64D2AB2B}"/>
          </ac:graphicFrameMkLst>
        </pc:graphicFrameChg>
      </pc:sldChg>
      <pc:sldChg chg="modSp mod">
        <pc:chgData name="김 희영" userId="ab5c3f10-e69c-4fad-9a0a-cf8af4e27a8b" providerId="ADAL" clId="{95AEAD4D-8375-4BE0-AAE5-1E55A28D9FEC}" dt="2026-03-26T00:39:07.322" v="4445"/>
        <pc:sldMkLst>
          <pc:docMk/>
          <pc:sldMk cId="1654015659" sldId="1574"/>
        </pc:sldMkLst>
        <pc:spChg chg="mod">
          <ac:chgData name="김 희영" userId="ab5c3f10-e69c-4fad-9a0a-cf8af4e27a8b" providerId="ADAL" clId="{95AEAD4D-8375-4BE0-AAE5-1E55A28D9FEC}" dt="2026-03-26T00:39:07.322" v="4445"/>
          <ac:spMkLst>
            <pc:docMk/>
            <pc:sldMk cId="1654015659" sldId="1574"/>
            <ac:spMk id="2" creationId="{4A4A7982-4844-999C-0D26-D53D2A9DBDDB}"/>
          </ac:spMkLst>
        </pc:spChg>
        <pc:spChg chg="mod">
          <ac:chgData name="김 희영" userId="ab5c3f10-e69c-4fad-9a0a-cf8af4e27a8b" providerId="ADAL" clId="{95AEAD4D-8375-4BE0-AAE5-1E55A28D9FEC}" dt="2026-03-26T00:37:51.631" v="4424" actId="1076"/>
          <ac:spMkLst>
            <pc:docMk/>
            <pc:sldMk cId="1654015659" sldId="1574"/>
            <ac:spMk id="6" creationId="{EC9A1A70-FF62-AA13-09B1-13668875E5E7}"/>
          </ac:spMkLst>
        </pc:spChg>
        <pc:graphicFrameChg chg="mod">
          <ac:chgData name="김 희영" userId="ab5c3f10-e69c-4fad-9a0a-cf8af4e27a8b" providerId="ADAL" clId="{95AEAD4D-8375-4BE0-AAE5-1E55A28D9FEC}" dt="2026-03-26T00:37:55.161" v="4425"/>
          <ac:graphicFrameMkLst>
            <pc:docMk/>
            <pc:sldMk cId="1654015659" sldId="1574"/>
            <ac:graphicFrameMk id="7" creationId="{B0801B64-B378-3039-CBDF-29C909DBE084}"/>
          </ac:graphicFrameMkLst>
        </pc:graphicFrameChg>
      </pc:sldChg>
      <pc:sldChg chg="modSp mod">
        <pc:chgData name="김 희영" userId="ab5c3f10-e69c-4fad-9a0a-cf8af4e27a8b" providerId="ADAL" clId="{95AEAD4D-8375-4BE0-AAE5-1E55A28D9FEC}" dt="2026-03-26T00:39:24.303" v="4470"/>
        <pc:sldMkLst>
          <pc:docMk/>
          <pc:sldMk cId="1844962893" sldId="1575"/>
        </pc:sldMkLst>
        <pc:spChg chg="mod">
          <ac:chgData name="김 희영" userId="ab5c3f10-e69c-4fad-9a0a-cf8af4e27a8b" providerId="ADAL" clId="{95AEAD4D-8375-4BE0-AAE5-1E55A28D9FEC}" dt="2026-03-26T00:39:24.303" v="4470"/>
          <ac:spMkLst>
            <pc:docMk/>
            <pc:sldMk cId="1844962893" sldId="1575"/>
            <ac:spMk id="2" creationId="{959D5F69-67F2-3A10-9298-3E5E5CF1C9F6}"/>
          </ac:spMkLst>
        </pc:spChg>
        <pc:spChg chg="mod">
          <ac:chgData name="김 희영" userId="ab5c3f10-e69c-4fad-9a0a-cf8af4e27a8b" providerId="ADAL" clId="{95AEAD4D-8375-4BE0-AAE5-1E55A28D9FEC}" dt="2026-03-26T00:38:30.123" v="4429" actId="1076"/>
          <ac:spMkLst>
            <pc:docMk/>
            <pc:sldMk cId="1844962893" sldId="1575"/>
            <ac:spMk id="6" creationId="{FD7A64B9-C156-87C9-76AF-3D795005696A}"/>
          </ac:spMkLst>
        </pc:spChg>
        <pc:graphicFrameChg chg="mod modGraphic">
          <ac:chgData name="김 희영" userId="ab5c3f10-e69c-4fad-9a0a-cf8af4e27a8b" providerId="ADAL" clId="{95AEAD4D-8375-4BE0-AAE5-1E55A28D9FEC}" dt="2026-03-26T00:38:22.640" v="4428" actId="113"/>
          <ac:graphicFrameMkLst>
            <pc:docMk/>
            <pc:sldMk cId="1844962893" sldId="1575"/>
            <ac:graphicFrameMk id="7" creationId="{8852F8A4-7A82-685D-001C-8B82CF328F6E}"/>
          </ac:graphicFrameMkLst>
        </pc:graphicFrameChg>
      </pc:sldChg>
      <pc:sldMasterChg chg="modSldLayout">
        <pc:chgData name="김 희영" userId="ab5c3f10-e69c-4fad-9a0a-cf8af4e27a8b" providerId="ADAL" clId="{95AEAD4D-8375-4BE0-AAE5-1E55A28D9FEC}" dt="2026-03-26T00:31:36.625" v="4422" actId="20577"/>
        <pc:sldMasterMkLst>
          <pc:docMk/>
          <pc:sldMasterMk cId="2876075000" sldId="2147483672"/>
        </pc:sldMasterMkLst>
        <pc:sldLayoutChg chg="modSp mod">
          <pc:chgData name="김 희영" userId="ab5c3f10-e69c-4fad-9a0a-cf8af4e27a8b" providerId="ADAL" clId="{95AEAD4D-8375-4BE0-AAE5-1E55A28D9FEC}" dt="2026-03-26T00:31:36.625" v="4422" actId="20577"/>
          <pc:sldLayoutMkLst>
            <pc:docMk/>
            <pc:sldMasterMk cId="2876075000" sldId="2147483672"/>
            <pc:sldLayoutMk cId="1091043406" sldId="2147483674"/>
          </pc:sldLayoutMkLst>
          <pc:spChg chg="mod">
            <ac:chgData name="김 희영" userId="ab5c3f10-e69c-4fad-9a0a-cf8af4e27a8b" providerId="ADAL" clId="{95AEAD4D-8375-4BE0-AAE5-1E55A28D9FEC}" dt="2026-03-26T00:31:36.625" v="4422" actId="20577"/>
            <ac:spMkLst>
              <pc:docMk/>
              <pc:sldMasterMk cId="2876075000" sldId="2147483672"/>
              <pc:sldLayoutMk cId="1091043406" sldId="2147483674"/>
              <ac:spMk id="2" creationId="{C0010D15-0EC6-5AD2-D3EC-CD6BB1C4646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43436" cy="345746"/>
          </a:xfrm>
          <a:prstGeom prst="rect">
            <a:avLst/>
          </a:prstGeom>
        </p:spPr>
        <p:txBody>
          <a:bodyPr vert="horz" lIns="91714" tIns="45857" rIns="91714" bIns="4585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76137" y="1"/>
            <a:ext cx="4343436" cy="345746"/>
          </a:xfrm>
          <a:prstGeom prst="rect">
            <a:avLst/>
          </a:prstGeom>
        </p:spPr>
        <p:txBody>
          <a:bodyPr vert="horz" lIns="91714" tIns="45857" rIns="91714" bIns="45857" rtlCol="0"/>
          <a:lstStyle>
            <a:lvl1pPr algn="r">
              <a:defRPr sz="1200"/>
            </a:lvl1pPr>
          </a:lstStyle>
          <a:p>
            <a:fld id="{8076E481-2606-46C1-AED4-DAF8AADF3AC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6544006"/>
            <a:ext cx="4343436" cy="345746"/>
          </a:xfrm>
          <a:prstGeom prst="rect">
            <a:avLst/>
          </a:prstGeom>
        </p:spPr>
        <p:txBody>
          <a:bodyPr vert="horz" lIns="91714" tIns="45857" rIns="91714" bIns="4585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76137" y="6544006"/>
            <a:ext cx="4343436" cy="345746"/>
          </a:xfrm>
          <a:prstGeom prst="rect">
            <a:avLst/>
          </a:prstGeom>
        </p:spPr>
        <p:txBody>
          <a:bodyPr vert="horz" lIns="91714" tIns="45857" rIns="91714" bIns="45857" rtlCol="0" anchor="b"/>
          <a:lstStyle>
            <a:lvl1pPr algn="r">
              <a:defRPr sz="1200"/>
            </a:lvl1pPr>
          </a:lstStyle>
          <a:p>
            <a:fld id="{7EB23546-3F64-4B8F-8AC6-744F82E136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56308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70" userDrawn="1">
          <p15:clr>
            <a:srgbClr val="F26B43"/>
          </p15:clr>
        </p15:guide>
        <p15:guide id="2" pos="3156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4342819" cy="345683"/>
          </a:xfrm>
          <a:prstGeom prst="rect">
            <a:avLst/>
          </a:prstGeom>
        </p:spPr>
        <p:txBody>
          <a:bodyPr vert="horz" lIns="96630" tIns="48316" rIns="96630" bIns="48316" rtlCol="0"/>
          <a:lstStyle>
            <a:lvl1pPr algn="l">
              <a:defRPr sz="13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76750" y="2"/>
            <a:ext cx="4342819" cy="345683"/>
          </a:xfrm>
          <a:prstGeom prst="rect">
            <a:avLst/>
          </a:prstGeom>
        </p:spPr>
        <p:txBody>
          <a:bodyPr vert="horz" lIns="96630" tIns="48316" rIns="96630" bIns="48316" rtlCol="0"/>
          <a:lstStyle>
            <a:lvl1pPr algn="r">
              <a:defRPr sz="1300"/>
            </a:lvl1pPr>
          </a:lstStyle>
          <a:p>
            <a:fld id="{1A1D9921-F17C-A747-9D93-F426EAC03C5C}" type="datetimeFigureOut">
              <a:rPr kumimoji="1" lang="ko-KR" altLang="en-US" smtClean="0"/>
              <a:t>2026-04-06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79763" y="860425"/>
            <a:ext cx="3662362" cy="232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0" tIns="48316" rIns="96630" bIns="4831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02189" y="3315693"/>
            <a:ext cx="8017510" cy="2712839"/>
          </a:xfrm>
          <a:prstGeom prst="rect">
            <a:avLst/>
          </a:prstGeom>
        </p:spPr>
        <p:txBody>
          <a:bodyPr vert="horz" lIns="96630" tIns="48316" rIns="96630" bIns="48316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44068"/>
            <a:ext cx="4342819" cy="345683"/>
          </a:xfrm>
          <a:prstGeom prst="rect">
            <a:avLst/>
          </a:prstGeom>
        </p:spPr>
        <p:txBody>
          <a:bodyPr vert="horz" lIns="96630" tIns="48316" rIns="96630" bIns="48316" rtlCol="0" anchor="b"/>
          <a:lstStyle>
            <a:lvl1pPr algn="l">
              <a:defRPr sz="13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76750" y="6544068"/>
            <a:ext cx="4342819" cy="345683"/>
          </a:xfrm>
          <a:prstGeom prst="rect">
            <a:avLst/>
          </a:prstGeom>
        </p:spPr>
        <p:txBody>
          <a:bodyPr vert="horz" lIns="96630" tIns="48316" rIns="96630" bIns="48316" rtlCol="0" anchor="b"/>
          <a:lstStyle>
            <a:lvl1pPr algn="r">
              <a:defRPr sz="1300"/>
            </a:lvl1pPr>
          </a:lstStyle>
          <a:p>
            <a:fld id="{1187F75B-0FF4-9B49-ABA8-87A845ECA6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966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70" userDrawn="1">
          <p15:clr>
            <a:srgbClr val="F26B43"/>
          </p15:clr>
        </p15:guide>
        <p15:guide id="2" pos="315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DC1CD-E885-6675-F1B6-30F89381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1A7629-4679-14C2-7036-0DA03C9A7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94731E-FA3A-5C94-DEEA-5D07C0331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99F842-3F47-49AC-0C55-06EA67DBE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7F75B-0FF4-9B49-ABA8-87A845ECA642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464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7F75B-0FF4-9B49-ABA8-87A845ECA642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9988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커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1700" y="1636713"/>
            <a:ext cx="10314775" cy="500336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B265553D-C1DB-E680-9A9C-B95F2491CC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313" y="430244"/>
            <a:ext cx="1653999" cy="58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154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-1" y="0"/>
            <a:ext cx="10799763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29980" y="346074"/>
            <a:ext cx="10141390" cy="6165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887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상세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6583195"/>
            <a:ext cx="10799763" cy="2748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itle Placeholder 1"/>
          <p:cNvSpPr txBox="1">
            <a:spLocks/>
          </p:cNvSpPr>
          <p:nvPr userDrawn="1"/>
        </p:nvSpPr>
        <p:spPr>
          <a:xfrm>
            <a:off x="453082" y="57294"/>
            <a:ext cx="9457038" cy="617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80997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  <a:cs typeface="+mj-cs"/>
              </a:defRPr>
            </a:lvl1pPr>
          </a:lstStyle>
          <a:p>
            <a:endParaRPr lang="en-US" sz="3200"/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395789" y="6617379"/>
            <a:ext cx="2810385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4263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4263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4263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4263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sz="8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Copyright </a:t>
            </a:r>
            <a:r>
              <a:rPr kumimoji="0" lang="ko-KR" alt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ⓒ </a:t>
            </a:r>
            <a:r>
              <a:rPr kumimoji="0" lang="en-US" altLang="ko-KR" sz="8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2025 The Uber Creative. All right reserved.</a:t>
            </a:r>
            <a:endParaRPr kumimoji="0" lang="ko-KR" altLang="en-US" sz="80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10799763" cy="84603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010D15-0EC6-5AD2-D3EC-CD6BB1C46460}"/>
              </a:ext>
            </a:extLst>
          </p:cNvPr>
          <p:cNvSpPr txBox="1"/>
          <p:nvPr userDrawn="1"/>
        </p:nvSpPr>
        <p:spPr>
          <a:xfrm>
            <a:off x="8374881" y="293855"/>
            <a:ext cx="1914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기간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: 2/25~3/24</a:t>
            </a:r>
          </a:p>
        </p:txBody>
      </p:sp>
    </p:spTree>
    <p:extLst>
      <p:ext uri="{BB962C8B-B14F-4D97-AF65-F5344CB8AC3E}">
        <p14:creationId xmlns:p14="http://schemas.microsoft.com/office/powerpoint/2010/main" val="1091043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6583195"/>
            <a:ext cx="10799763" cy="2748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itle Placeholder 1"/>
          <p:cNvSpPr txBox="1">
            <a:spLocks/>
          </p:cNvSpPr>
          <p:nvPr userDrawn="1"/>
        </p:nvSpPr>
        <p:spPr>
          <a:xfrm>
            <a:off x="453082" y="57294"/>
            <a:ext cx="9457038" cy="617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80997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  <a:cs typeface="+mj-cs"/>
              </a:defRPr>
            </a:lvl1pPr>
          </a:lstStyle>
          <a:p>
            <a:endParaRPr lang="en-US" sz="3200"/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395789" y="6617379"/>
            <a:ext cx="2810385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1084263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1084263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1084263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1084263" eaLnBrk="0" fontAlgn="base" hangingPunct="0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sz="8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Copyright </a:t>
            </a:r>
            <a:r>
              <a:rPr kumimoji="0" lang="ko-KR" alt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ⓒ </a:t>
            </a:r>
            <a:r>
              <a:rPr kumimoji="0" lang="en-US" altLang="ko-KR" sz="8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2025 The Uber Creative. All right reserved.</a:t>
            </a:r>
            <a:endParaRPr kumimoji="0" lang="ko-KR" altLang="en-US" sz="80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10799763" cy="84603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657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106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825625"/>
            <a:ext cx="931479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6356353"/>
            <a:ext cx="2429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3" b="1" i="0">
                <a:solidFill>
                  <a:schemeClr val="tx1">
                    <a:tint val="75000"/>
                  </a:schemeClr>
                </a:solidFill>
                <a:latin typeface="KoPubDotum Bold" charset="-127"/>
              </a:defRPr>
            </a:lvl1pPr>
          </a:lstStyle>
          <a:p>
            <a:fld id="{A5124048-66B4-4B6C-A702-EDB6FAC1807C}" type="datetime1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6356353"/>
            <a:ext cx="364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3" b="1" i="0">
                <a:solidFill>
                  <a:schemeClr val="tx1">
                    <a:tint val="75000"/>
                  </a:schemeClr>
                </a:solidFill>
                <a:latin typeface="KoPubDotum Bold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6356353"/>
            <a:ext cx="2429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3" b="1" i="0">
                <a:solidFill>
                  <a:schemeClr val="tx1">
                    <a:tint val="75000"/>
                  </a:schemeClr>
                </a:solidFill>
                <a:latin typeface="KoPubDotum Bold" charset="-127"/>
              </a:defRPr>
            </a:lvl1pPr>
          </a:lstStyle>
          <a:p>
            <a:fld id="{621E09AA-DC47-4A46-AE8F-19F15FC22A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07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74" r:id="rId3"/>
    <p:sldLayoutId id="2147483692" r:id="rId4"/>
    <p:sldLayoutId id="2147483690" r:id="rId5"/>
  </p:sldLayoutIdLst>
  <p:hf hdr="0" ftr="0" dt="0"/>
  <p:txStyles>
    <p:titleStyle>
      <a:lvl1pPr algn="l" defTabSz="80996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KoPubDotum Medium" panose="02020603020101020101" pitchFamily="18" charset="-127"/>
          <a:ea typeface="KoPubDotum Medium" panose="02020603020101020101" pitchFamily="18" charset="-127"/>
          <a:cs typeface="+mj-cs"/>
        </a:defRPr>
      </a:lvl1pPr>
    </p:titleStyle>
    <p:bodyStyle>
      <a:lvl1pPr marL="202489" indent="-202489" algn="l" defTabSz="809960" rtl="0" eaLnBrk="1" latinLnBrk="1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2480" b="1" i="0" kern="1200">
          <a:solidFill>
            <a:schemeClr val="tx1"/>
          </a:solidFill>
          <a:latin typeface="KoPubDotum Bold" charset="-127"/>
          <a:ea typeface="+mn-ea"/>
          <a:cs typeface="+mn-cs"/>
        </a:defRPr>
      </a:lvl1pPr>
      <a:lvl2pPr marL="607469" indent="-202489" algn="l" defTabSz="809960" rtl="0" eaLnBrk="1" latinLnBrk="1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2126" b="1" i="0" kern="1200">
          <a:solidFill>
            <a:schemeClr val="tx1"/>
          </a:solidFill>
          <a:latin typeface="KoPubDotum Bold" charset="-127"/>
          <a:ea typeface="+mn-ea"/>
          <a:cs typeface="+mn-cs"/>
        </a:defRPr>
      </a:lvl2pPr>
      <a:lvl3pPr marL="1012448" indent="-202489" algn="l" defTabSz="809960" rtl="0" eaLnBrk="1" latinLnBrk="1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772" b="1" i="0" kern="1200">
          <a:solidFill>
            <a:schemeClr val="tx1"/>
          </a:solidFill>
          <a:latin typeface="KoPubDotum Bold" charset="-127"/>
          <a:ea typeface="+mn-ea"/>
          <a:cs typeface="+mn-cs"/>
        </a:defRPr>
      </a:lvl3pPr>
      <a:lvl4pPr marL="1417428" indent="-202489" algn="l" defTabSz="809960" rtl="0" eaLnBrk="1" latinLnBrk="1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b="1" i="0" kern="1200">
          <a:solidFill>
            <a:schemeClr val="tx1"/>
          </a:solidFill>
          <a:latin typeface="KoPubDotum Bold" charset="-127"/>
          <a:ea typeface="+mn-ea"/>
          <a:cs typeface="+mn-cs"/>
        </a:defRPr>
      </a:lvl4pPr>
      <a:lvl5pPr marL="1822408" indent="-202489" algn="l" defTabSz="809960" rtl="0" eaLnBrk="1" latinLnBrk="1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b="1" i="0" kern="1200">
          <a:solidFill>
            <a:schemeClr val="tx1"/>
          </a:solidFill>
          <a:latin typeface="KoPubDotum Bold" charset="-127"/>
          <a:ea typeface="+mn-ea"/>
          <a:cs typeface="+mn-cs"/>
        </a:defRPr>
      </a:lvl5pPr>
      <a:lvl6pPr marL="2227388" indent="-202489" algn="l" defTabSz="809960" rtl="0" eaLnBrk="1" latinLnBrk="1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632366" indent="-202489" algn="l" defTabSz="809960" rtl="0" eaLnBrk="1" latinLnBrk="1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3037346" indent="-202489" algn="l" defTabSz="809960" rtl="0" eaLnBrk="1" latinLnBrk="1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442326" indent="-202489" algn="l" defTabSz="809960" rtl="0" eaLnBrk="1" latinLnBrk="1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9960" rtl="0" eaLnBrk="1" latinLnBrk="1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1pPr>
      <a:lvl2pPr marL="404980" algn="l" defTabSz="809960" rtl="0" eaLnBrk="1" latinLnBrk="1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2pPr>
      <a:lvl3pPr marL="809960" algn="l" defTabSz="809960" rtl="0" eaLnBrk="1" latinLnBrk="1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3pPr>
      <a:lvl4pPr marL="1214938" algn="l" defTabSz="809960" rtl="0" eaLnBrk="1" latinLnBrk="1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619918" algn="l" defTabSz="809960" rtl="0" eaLnBrk="1" latinLnBrk="1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024898" algn="l" defTabSz="809960" rtl="0" eaLnBrk="1" latinLnBrk="1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429878" algn="l" defTabSz="809960" rtl="0" eaLnBrk="1" latinLnBrk="1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2834856" algn="l" defTabSz="809960" rtl="0" eaLnBrk="1" latinLnBrk="1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239836" algn="l" defTabSz="809960" rtl="0" eaLnBrk="1" latinLnBrk="1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84607" y="1948250"/>
            <a:ext cx="4166525" cy="1186094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ko-KR" altLang="en-US" sz="3000" b="1" dirty="0" err="1">
                <a:solidFill>
                  <a:schemeClr val="bg1"/>
                </a:solidFill>
                <a:latin typeface="맑은 고딕"/>
                <a:ea typeface="맑은 고딕"/>
              </a:rPr>
              <a:t>대상웰라이프</a:t>
            </a:r>
            <a:r>
              <a:rPr lang="ko-KR" altLang="en-US" sz="3000" b="1" dirty="0">
                <a:solidFill>
                  <a:schemeClr val="bg1"/>
                </a:solidFill>
                <a:latin typeface="맑은 고딕"/>
                <a:ea typeface="맑은 고딕"/>
              </a:rPr>
              <a:t> 웹사이트</a:t>
            </a:r>
            <a:endParaRPr lang="en-US" altLang="ko-KR" sz="3000" b="1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>
              <a:lnSpc>
                <a:spcPts val="4500"/>
              </a:lnSpc>
            </a:pPr>
            <a:r>
              <a:rPr lang="en-US" altLang="ko-KR" sz="3000" b="1" dirty="0">
                <a:solidFill>
                  <a:schemeClr val="bg1"/>
                </a:solidFill>
                <a:latin typeface="맑은 고딕"/>
                <a:ea typeface="맑은 고딕"/>
              </a:rPr>
              <a:t>3</a:t>
            </a:r>
            <a:r>
              <a:rPr lang="ko-KR" altLang="en-US" sz="3000" b="1" dirty="0">
                <a:solidFill>
                  <a:schemeClr val="bg1"/>
                </a:solidFill>
                <a:latin typeface="맑은 고딕"/>
                <a:ea typeface="맑은 고딕"/>
              </a:rPr>
              <a:t>월 운영보고서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4607" y="3555741"/>
            <a:ext cx="2361002" cy="53264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85090">
              <a:lnSpc>
                <a:spcPts val="1800"/>
              </a:lnSpc>
            </a:pPr>
            <a:r>
              <a:rPr lang="ko-KR" altLang="en-US" sz="1300" b="1" dirty="0" err="1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더위버크리에이티브</a:t>
            </a:r>
            <a:endParaRPr lang="en-US" altLang="ko-KR" sz="1300" b="1" dirty="0">
              <a:ln>
                <a:solidFill>
                  <a:prstClr val="black">
                    <a:lumMod val="95000"/>
                    <a:lumOff val="5000"/>
                    <a:alpha val="0"/>
                  </a:prst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5090">
              <a:lnSpc>
                <a:spcPts val="1800"/>
              </a:lnSpc>
            </a:pPr>
            <a:r>
              <a:rPr lang="en-US" altLang="ko-KR" sz="130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/>
                <a:ea typeface="맑은 고딕"/>
              </a:rPr>
              <a:t>2026.03.27</a:t>
            </a:r>
            <a:endParaRPr lang="en-US" altLang="ko-KR" sz="1300" dirty="0">
              <a:ln>
                <a:solidFill>
                  <a:prstClr val="black">
                    <a:lumMod val="95000"/>
                    <a:lumOff val="5000"/>
                    <a:alpha val="0"/>
                  </a:prst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178609" y="3348038"/>
            <a:ext cx="44781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46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01428-BA65-E1D2-BD1D-AA145A04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D8AF9-3896-0171-EA8C-18F9109E3635}"/>
              </a:ext>
            </a:extLst>
          </p:cNvPr>
          <p:cNvSpPr txBox="1"/>
          <p:nvPr/>
        </p:nvSpPr>
        <p:spPr>
          <a:xfrm>
            <a:off x="465570" y="232301"/>
            <a:ext cx="27992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defTabSz="108557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200" b="1" spc="-7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월간 운영 업무 내역</a:t>
            </a:r>
          </a:p>
        </p:txBody>
      </p:sp>
      <p:sp>
        <p:nvSpPr>
          <p:cNvPr id="6" name="Text Box 146">
            <a:extLst>
              <a:ext uri="{FF2B5EF4-FFF2-40B4-BE49-F238E27FC236}">
                <a16:creationId xmlns:a16="http://schemas.microsoft.com/office/drawing/2014/main" id="{8D26568A-AA5E-E1AE-2D01-B072FE7A9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9342" y="1035245"/>
            <a:ext cx="440531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171450" indent="-171450" algn="r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Sign : (+ </a:t>
            </a: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r>
              <a: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(</a:t>
            </a:r>
            <a:r>
              <a: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 </a:t>
            </a: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진행 중</a:t>
            </a:r>
            <a:r>
              <a: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 (- </a:t>
            </a: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취소</a:t>
            </a:r>
            <a:r>
              <a: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 (&gt; </a:t>
            </a: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교체</a:t>
            </a:r>
            <a:r>
              <a: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 (? </a:t>
            </a: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확인</a:t>
            </a:r>
            <a:r>
              <a: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 (= </a:t>
            </a: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중지</a:t>
            </a:r>
            <a:r>
              <a:rPr kumimoji="0"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 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EEF0AA-41C0-0D68-5DFE-64CE64D2A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009570"/>
              </p:ext>
            </p:extLst>
          </p:nvPr>
        </p:nvGraphicFramePr>
        <p:xfrm>
          <a:off x="498016" y="1390851"/>
          <a:ext cx="9846640" cy="4485590"/>
        </p:xfrm>
        <a:graphic>
          <a:graphicData uri="http://schemas.openxmlformats.org/drawingml/2006/table">
            <a:tbl>
              <a:tblPr/>
              <a:tblGrid>
                <a:gridCol w="54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8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8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897">
                  <a:extLst>
                    <a:ext uri="{9D8B030D-6E8A-4147-A177-3AD203B41FA5}">
                      <a16:colId xmlns:a16="http://schemas.microsoft.com/office/drawing/2014/main" val="1723953398"/>
                    </a:ext>
                  </a:extLst>
                </a:gridCol>
              </a:tblGrid>
              <a:tr h="2877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No. </a:t>
                      </a:r>
                    </a:p>
                  </a:txBody>
                  <a:tcPr marL="72000" marR="72000" marT="45714" marB="45714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카테고리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72000" marR="72000" marT="45714" marB="45714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업무내역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72000" marR="72000" marT="45714" marB="45714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상태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72000" marR="72000" marT="45714" marB="45714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착수일자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72000" marR="72000" marT="45714" marB="45714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완료일자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72000" marR="72000" marT="45714" marB="45714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작업시간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시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72000" marR="72000" marT="45714" marB="45714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바이두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SEO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설정 모니터링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/>
                          <a:ea typeface="맑은 고딕"/>
                        </a:rPr>
                        <a:t>+</a:t>
                      </a: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2026.02.27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2026.02.27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768898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운영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&amp;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관리자 잠금 계정 해제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/>
                          <a:ea typeface="맑은 고딕"/>
                        </a:rPr>
                        <a:t>+</a:t>
                      </a: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2026.03.05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2026.03.17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919013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3</a:t>
                      </a: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관리자 계정 추가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/>
                          <a:ea typeface="맑은 고딕"/>
                        </a:rPr>
                        <a:t>+</a:t>
                      </a: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2026.03.05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2026.03.05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92640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4</a:t>
                      </a: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외국어 추가 제작 견적 합의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/>
                          <a:ea typeface="맑은 고딕"/>
                        </a:rPr>
                        <a:t>+</a:t>
                      </a: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2026.03.11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2026.03.11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00728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5</a:t>
                      </a: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운영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&amp;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퍼블리싱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당프로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 영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중문 페이지 추가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sym typeface="Wingdings" pitchFamily="2" charset="2"/>
                        </a:rPr>
                        <a:t></a:t>
                      </a: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2026.03.17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610553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6</a:t>
                      </a: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운영보고서 작성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/>
                          <a:ea typeface="맑은 고딕"/>
                        </a:rPr>
                        <a:t>+</a:t>
                      </a: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2026.03.24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2026.03.24</a:t>
                      </a: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79431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541342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069296"/>
                  </a:ext>
                </a:extLst>
              </a:tr>
              <a:tr h="243822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25208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771454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616001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327778"/>
                  </a:ext>
                </a:extLst>
              </a:tr>
              <a:tr h="262089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46933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267870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794199"/>
                  </a:ext>
                </a:extLst>
              </a:tr>
              <a:tr h="246128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123320"/>
                  </a:ext>
                </a:extLst>
              </a:tr>
              <a:tr h="246128"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합계</a:t>
                      </a:r>
                      <a:endParaRPr lang="en-US" altLang="ko-KR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9099" marB="19099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5752" marB="15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042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20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72000" marR="72000" marT="17367" marB="17367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602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489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76492-A408-0975-6B08-FC52BCEA7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EE5EF3-5839-26B6-8CF5-4C2C959B9DE1}"/>
              </a:ext>
            </a:extLst>
          </p:cNvPr>
          <p:cNvSpPr txBox="1"/>
          <p:nvPr/>
        </p:nvSpPr>
        <p:spPr>
          <a:xfrm>
            <a:off x="465570" y="232301"/>
            <a:ext cx="86100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defTabSz="108557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200" b="1" spc="-7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사용자수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0801B64-B378-3039-CBDF-29C909DBE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013831"/>
              </p:ext>
            </p:extLst>
          </p:nvPr>
        </p:nvGraphicFramePr>
        <p:xfrm>
          <a:off x="683395" y="2098766"/>
          <a:ext cx="9425938" cy="3942840"/>
        </p:xfrm>
        <a:graphic>
          <a:graphicData uri="http://schemas.openxmlformats.org/drawingml/2006/table">
            <a:tbl>
              <a:tblPr/>
              <a:tblGrid>
                <a:gridCol w="139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8275">
                  <a:extLst>
                    <a:ext uri="{9D8B030D-6E8A-4147-A177-3AD203B41FA5}">
                      <a16:colId xmlns:a16="http://schemas.microsoft.com/office/drawing/2014/main" val="2534041365"/>
                    </a:ext>
                  </a:extLst>
                </a:gridCol>
                <a:gridCol w="1338275">
                  <a:extLst>
                    <a:ext uri="{9D8B030D-6E8A-4147-A177-3AD203B41FA5}">
                      <a16:colId xmlns:a16="http://schemas.microsoft.com/office/drawing/2014/main" val="2021088672"/>
                    </a:ext>
                  </a:extLst>
                </a:gridCol>
              </a:tblGrid>
              <a:tr h="26285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증가율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EC9A1A70-FF62-AA13-09B1-13668875E5E7}"/>
              </a:ext>
            </a:extLst>
          </p:cNvPr>
          <p:cNvSpPr/>
          <p:nvPr/>
        </p:nvSpPr>
        <p:spPr>
          <a:xfrm>
            <a:off x="690427" y="2637869"/>
            <a:ext cx="9425940" cy="267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4A7982-4844-999C-0D26-D53D2A9DBDDB}"/>
              </a:ext>
            </a:extLst>
          </p:cNvPr>
          <p:cNvSpPr txBox="1"/>
          <p:nvPr/>
        </p:nvSpPr>
        <p:spPr>
          <a:xfrm>
            <a:off x="861157" y="979144"/>
            <a:ext cx="8867305" cy="872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85576"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국문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전월 기준 사용자수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11%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감소</a:t>
            </a:r>
            <a:endParaRPr lang="en-US" altLang="ko-KR" sz="1400" spc="-6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085576"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영문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전월 기준 사용자수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11%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감소</a:t>
            </a:r>
            <a:endParaRPr lang="en-US" altLang="ko-KR" sz="1400" spc="-6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</a:endParaRPr>
          </a:p>
          <a:p>
            <a:pPr defTabSz="1085576"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-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중문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: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전월 기준 사용자수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11%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증가</a:t>
            </a:r>
          </a:p>
        </p:txBody>
      </p:sp>
    </p:spTree>
    <p:extLst>
      <p:ext uri="{BB962C8B-B14F-4D97-AF65-F5344CB8AC3E}">
        <p14:creationId xmlns:p14="http://schemas.microsoft.com/office/powerpoint/2010/main" val="165401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3944-D7E5-AEAE-093A-5D46753B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C47968-1771-6EE9-E427-A5EC938D92FC}"/>
              </a:ext>
            </a:extLst>
          </p:cNvPr>
          <p:cNvSpPr txBox="1"/>
          <p:nvPr/>
        </p:nvSpPr>
        <p:spPr>
          <a:xfrm>
            <a:off x="465570" y="232301"/>
            <a:ext cx="86100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defTabSz="108557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200" b="1" spc="-70" dirty="0" err="1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페이지뷰수</a:t>
            </a:r>
            <a:endParaRPr lang="ko-KR" altLang="en-US" sz="2200" b="1" spc="-70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852F8A4-7A82-685D-001C-8B82CF328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621157"/>
              </p:ext>
            </p:extLst>
          </p:nvPr>
        </p:nvGraphicFramePr>
        <p:xfrm>
          <a:off x="683395" y="2098766"/>
          <a:ext cx="9432974" cy="3942840"/>
        </p:xfrm>
        <a:graphic>
          <a:graphicData uri="http://schemas.openxmlformats.org/drawingml/2006/table">
            <a:tbl>
              <a:tblPr/>
              <a:tblGrid>
                <a:gridCol w="1397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92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92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92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339274">
                  <a:extLst>
                    <a:ext uri="{9D8B030D-6E8A-4147-A177-3AD203B41FA5}">
                      <a16:colId xmlns:a16="http://schemas.microsoft.com/office/drawing/2014/main" val="2534041365"/>
                    </a:ext>
                  </a:extLst>
                </a:gridCol>
                <a:gridCol w="1339274">
                  <a:extLst>
                    <a:ext uri="{9D8B030D-6E8A-4147-A177-3AD203B41FA5}">
                      <a16:colId xmlns:a16="http://schemas.microsoft.com/office/drawing/2014/main" val="2021088672"/>
                    </a:ext>
                  </a:extLst>
                </a:gridCol>
              </a:tblGrid>
              <a:tr h="26285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페이지뷰수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소계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증가율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5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D7A64B9-C156-87C9-76AF-3D795005696A}"/>
              </a:ext>
            </a:extLst>
          </p:cNvPr>
          <p:cNvSpPr/>
          <p:nvPr/>
        </p:nvSpPr>
        <p:spPr>
          <a:xfrm>
            <a:off x="690427" y="3161876"/>
            <a:ext cx="9425940" cy="267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9D5F69-67F2-3A10-9298-3E5E5CF1C9F6}"/>
              </a:ext>
            </a:extLst>
          </p:cNvPr>
          <p:cNvSpPr txBox="1"/>
          <p:nvPr/>
        </p:nvSpPr>
        <p:spPr>
          <a:xfrm>
            <a:off x="861157" y="979144"/>
            <a:ext cx="8867305" cy="872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85576"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국문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전월 기준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spc="-6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페이지뷰수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11%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증가</a:t>
            </a:r>
          </a:p>
          <a:p>
            <a:pPr defTabSz="1085576"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영문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전월 기준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</a:t>
            </a:r>
            <a:r>
              <a:rPr lang="ko-KR" altLang="en-US" sz="1400" spc="-6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페이지뷰수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11%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감소</a:t>
            </a:r>
            <a:b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</a:b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-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중문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: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전월 기준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</a:t>
            </a:r>
            <a:r>
              <a:rPr lang="ko-KR" altLang="en-US" sz="1400" spc="-6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페이지뷰수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11%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증가</a:t>
            </a:r>
          </a:p>
        </p:txBody>
      </p:sp>
    </p:spTree>
    <p:extLst>
      <p:ext uri="{BB962C8B-B14F-4D97-AF65-F5344CB8AC3E}">
        <p14:creationId xmlns:p14="http://schemas.microsoft.com/office/powerpoint/2010/main" val="1844962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750" y="221744"/>
            <a:ext cx="86100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defTabSz="108557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200" b="1" spc="-7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유입 경로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861477"/>
              </p:ext>
            </p:extLst>
          </p:nvPr>
        </p:nvGraphicFramePr>
        <p:xfrm>
          <a:off x="359441" y="1841270"/>
          <a:ext cx="9951508" cy="2588256"/>
        </p:xfrm>
        <a:graphic>
          <a:graphicData uri="http://schemas.openxmlformats.org/drawingml/2006/table">
            <a:tbl>
              <a:tblPr/>
              <a:tblGrid>
                <a:gridCol w="2082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1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1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14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14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52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채널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국문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영문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중문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2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Referral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2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Organic Search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2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Direct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2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Organic Social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2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Unassigned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2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Paid Search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634965"/>
                  </a:ext>
                </a:extLst>
              </a:tr>
              <a:tr h="2352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Display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886715"/>
                  </a:ext>
                </a:extLst>
              </a:tr>
              <a:tr h="235296"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Organic Video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711659"/>
                  </a:ext>
                </a:extLst>
              </a:tr>
              <a:tr h="235296"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Cross-network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369442"/>
                  </a:ext>
                </a:extLst>
              </a:tr>
              <a:tr h="235296">
                <a:tc>
                  <a:txBody>
                    <a:bodyPr/>
                    <a:lstStyle/>
                    <a:p>
                      <a:pPr marL="0" marR="0" lvl="0" indent="0" algn="ctr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합계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35198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8321" y="1472153"/>
            <a:ext cx="10223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언어별 유입 채널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15FC8-0B27-9915-F46F-00A998659229}"/>
              </a:ext>
            </a:extLst>
          </p:cNvPr>
          <p:cNvSpPr txBox="1"/>
          <p:nvPr/>
        </p:nvSpPr>
        <p:spPr>
          <a:xfrm>
            <a:off x="288320" y="4904183"/>
            <a:ext cx="87034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Referral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 Gothic"/>
                <a:ea typeface="맑은 고딕" panose="020B0503020000020004" pitchFamily="50" charset="-127"/>
              </a:rPr>
              <a:t> : 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다른 홈페이지에서 추천하여 유입</a:t>
            </a:r>
            <a:endParaRPr lang="en-US" altLang="ko-KR" sz="1050" b="0" i="0" dirty="0">
              <a:solidFill>
                <a:schemeClr val="bg1">
                  <a:lumMod val="50000"/>
                </a:schemeClr>
              </a:solidFill>
              <a:effectLst/>
              <a:latin typeface="Nanum Gothic"/>
              <a:ea typeface="맑은 고딕" panose="020B0503020000020004" pitchFamily="50" charset="-127"/>
            </a:endParaRPr>
          </a:p>
          <a:p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Organic Search : 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자연 검색하여 유입</a:t>
            </a:r>
            <a:endParaRPr lang="en-US" altLang="ko-KR" sz="1050" b="0" i="0" dirty="0">
              <a:solidFill>
                <a:schemeClr val="bg1">
                  <a:lumMod val="50000"/>
                </a:schemeClr>
              </a:solidFill>
              <a:effectLst/>
              <a:latin typeface="Nanum Gothic"/>
              <a:ea typeface="맑은 고딕" panose="020B0503020000020004" pitchFamily="50" charset="-127"/>
            </a:endParaRPr>
          </a:p>
          <a:p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Direct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 Gothic"/>
                <a:ea typeface="맑은 고딕" panose="020B0503020000020004" pitchFamily="50" charset="-127"/>
              </a:rPr>
              <a:t> : 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직접 </a:t>
            </a:r>
            <a:r>
              <a:rPr lang="en-US" altLang="ko-KR" sz="105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url</a:t>
            </a:r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 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입력하여 유입</a:t>
            </a:r>
            <a:endParaRPr lang="en-US" altLang="ko-KR" sz="1050" b="0" i="0" dirty="0">
              <a:solidFill>
                <a:schemeClr val="bg1">
                  <a:lumMod val="50000"/>
                </a:schemeClr>
              </a:solidFill>
              <a:effectLst/>
              <a:latin typeface="Nanum Gothic"/>
              <a:ea typeface="맑은 고딕" panose="020B0503020000020004" pitchFamily="50" charset="-127"/>
            </a:endParaRPr>
          </a:p>
          <a:p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Organic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 </a:t>
            </a:r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Social :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oto Sans KR"/>
                <a:ea typeface="맑은 고딕" panose="020B0503020000020004" pitchFamily="50" charset="-127"/>
              </a:rPr>
              <a:t>SNS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oto Sans KR"/>
                <a:ea typeface="맑은 고딕" panose="020B0503020000020004" pitchFamily="50" charset="-127"/>
              </a:rPr>
              <a:t>의 링크를 통해 유입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Nanum Gothic"/>
              <a:ea typeface="맑은 고딕" panose="020B0503020000020004" pitchFamily="50" charset="-127"/>
            </a:endParaRPr>
          </a:p>
          <a:p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Unassigned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 Gothic"/>
                <a:ea typeface="맑은 고딕" panose="020B0503020000020004" pitchFamily="50" charset="-127"/>
              </a:rPr>
              <a:t> : 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oto Sans KR"/>
                <a:ea typeface="맑은 고딕" panose="020B0503020000020004" pitchFamily="50" charset="-127"/>
              </a:rPr>
              <a:t>특정 유입 경로에 속하지 않는 경우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Nanum Gothic"/>
              <a:ea typeface="맑은 고딕" panose="020B0503020000020004" pitchFamily="50" charset="-127"/>
            </a:endParaRPr>
          </a:p>
          <a:p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Paid Search : 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유료광고로 유입</a:t>
            </a:r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 </a:t>
            </a:r>
          </a:p>
          <a:p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Display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 Gothic"/>
                <a:ea typeface="맑은 고딕" panose="020B0503020000020004" pitchFamily="50" charset="-127"/>
              </a:rPr>
              <a:t> : </a:t>
            </a:r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Google 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디스플레이</a:t>
            </a:r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, GDN, DDN 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등 구글 </a:t>
            </a:r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ads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에서 진행하는 배너 광고를 클릭하여 홈페이지로 유입되었을 때 집계되는 데이터</a:t>
            </a:r>
            <a:endParaRPr lang="en-US" altLang="ko-KR" sz="1050" b="0" i="0" dirty="0">
              <a:solidFill>
                <a:schemeClr val="bg1">
                  <a:lumMod val="50000"/>
                </a:schemeClr>
              </a:solidFill>
              <a:effectLst/>
              <a:latin typeface="Nanum Gothic"/>
              <a:ea typeface="맑은 고딕" panose="020B0503020000020004" pitchFamily="50" charset="-127"/>
            </a:endParaRPr>
          </a:p>
          <a:p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Organic Video : 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기업이 운영하는 유튜브 채널을 통해</a:t>
            </a:r>
            <a:r>
              <a:rPr lang="en-US" altLang="ko-KR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, </a:t>
            </a:r>
            <a:r>
              <a:rPr lang="ko-KR" alt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Nanum Gothic"/>
                <a:ea typeface="맑은 고딕" panose="020B0503020000020004" pitchFamily="50" charset="-127"/>
              </a:rPr>
              <a:t>구독자나 일반 사용자들이 웹사이트를 방문할 경우</a:t>
            </a:r>
            <a:endParaRPr lang="en-US" altLang="ko-KR" sz="1050" b="0" i="0" dirty="0">
              <a:solidFill>
                <a:schemeClr val="bg1">
                  <a:lumMod val="50000"/>
                </a:schemeClr>
              </a:solidFill>
              <a:effectLst/>
              <a:latin typeface="Nanum Gothic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9511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1F42BCE-6827-9EAA-6087-B1E2062AE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306920"/>
              </p:ext>
            </p:extLst>
          </p:nvPr>
        </p:nvGraphicFramePr>
        <p:xfrm>
          <a:off x="7252035" y="2821251"/>
          <a:ext cx="3246134" cy="319923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83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65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중문</a:t>
                      </a: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17" marR="36000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681782"/>
                  </a:ext>
                </a:extLst>
              </a:tr>
              <a:tr h="2566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순위</a:t>
                      </a:r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페이지 경로</a:t>
                      </a:r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페이지뷰수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17" marR="36000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메인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About Us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회사개요 </a:t>
                      </a: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회사소개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About Us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계열사 소개</a:t>
                      </a:r>
                      <a:endParaRPr lang="en-US" altLang="ko-KR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 </a:t>
                      </a: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 균형영양식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R&amp;D &gt; R&amp;D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센터 소개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+mn-ea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것시스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건강기능식품</a:t>
                      </a:r>
                      <a:endParaRPr lang="en-US" altLang="ko-KR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2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당프로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 </a:t>
                      </a: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 전문영양식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65570" y="232301"/>
            <a:ext cx="86100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defTabSz="108557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200" b="1" spc="-7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인기 페이지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87832"/>
              </p:ext>
            </p:extLst>
          </p:nvPr>
        </p:nvGraphicFramePr>
        <p:xfrm>
          <a:off x="380972" y="2821251"/>
          <a:ext cx="3233085" cy="308373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83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65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국문</a:t>
                      </a: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17" marR="36000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681782"/>
                  </a:ext>
                </a:extLst>
              </a:tr>
              <a:tr h="2566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순위</a:t>
                      </a:r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페이지 경로</a:t>
                      </a:r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페이지뷰수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17" marR="36000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+mn-ea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2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61157" y="953019"/>
            <a:ext cx="8867305" cy="1141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85576"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국문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메인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회사소개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&gt; News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400" spc="-6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뉴케어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R&amp;D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센터 소개 순</a:t>
            </a:r>
            <a:endParaRPr lang="en-US" altLang="ko-KR" sz="1400" spc="-6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085576"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영문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메인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&gt; </a:t>
            </a:r>
            <a:r>
              <a:rPr lang="ko-KR" altLang="en-US" sz="1400" spc="-6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뉴케어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&gt; 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회사소개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&gt; </a:t>
            </a:r>
            <a:r>
              <a:rPr lang="ko-KR" altLang="en-US" sz="1400" spc="-6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뉴케어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균형영양식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&gt; </a:t>
            </a:r>
            <a:r>
              <a:rPr lang="ko-KR" altLang="en-US" sz="1400" spc="-6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뉴케어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</a:t>
            </a:r>
            <a:r>
              <a:rPr lang="ko-KR" altLang="en-US" sz="1400" spc="-6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올프로틴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순</a:t>
            </a:r>
            <a:endParaRPr lang="en-US" altLang="ko-KR" sz="1400" spc="-6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085576">
              <a:lnSpc>
                <a:spcPts val="2100"/>
              </a:lnSpc>
              <a:defRPr/>
            </a:pP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중문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메인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회사소개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&gt;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</a:t>
            </a:r>
            <a:r>
              <a:rPr lang="ko-KR" altLang="en-US" sz="1400" spc="-6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뉴케어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&gt;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계열사 소개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&gt;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</a:t>
            </a:r>
            <a:r>
              <a:rPr lang="ko-KR" altLang="en-US" sz="1400" spc="-6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뉴케어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균형영양식 순</a:t>
            </a:r>
            <a:endParaRPr lang="ko-KR" altLang="en-US" sz="1400" spc="-6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085576"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평균 체류 시간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국문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00:00:11,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영문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00:00:11, </a:t>
            </a:r>
            <a:r>
              <a:rPr lang="ko-KR" altLang="en-US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중문 </a:t>
            </a:r>
            <a:r>
              <a:rPr lang="en-US" altLang="ko-KR" sz="1400" spc="-6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00:00:11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01AB8E9-B996-1D83-5E55-EDB774892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989543"/>
              </p:ext>
            </p:extLst>
          </p:nvPr>
        </p:nvGraphicFramePr>
        <p:xfrm>
          <a:off x="3816502" y="2821251"/>
          <a:ext cx="3246134" cy="31414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83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65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영문</a:t>
                      </a: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17" marR="36000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681782"/>
                  </a:ext>
                </a:extLst>
              </a:tr>
              <a:tr h="2566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순위</a:t>
                      </a:r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페이지 경로</a:t>
                      </a:r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2617" marR="2617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u="none" strike="noStrike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페이지뷰수</a:t>
                      </a:r>
                      <a:endParaRPr lang="ko-KR" altLang="en-US" sz="10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617" marR="36000" marT="2617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About Us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회사개요 </a:t>
                      </a: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회사소개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 </a:t>
                      </a: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 균형영양식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 </a:t>
                      </a: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 올프로틴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건강기능식품</a:t>
                      </a:r>
                      <a:endParaRPr lang="en-US" altLang="ko-KR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+mn-ea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것시스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Brand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 </a:t>
                      </a: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뉴케어 마이키즈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2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R&amp;D &gt; R&amp;D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센터 소개</a:t>
                      </a:r>
                      <a:endParaRPr lang="ko-KR" altLang="en-US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996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About Us &gt; </a:t>
                      </a:r>
                      <a:r>
                        <a:rPr lang="ko-KR" altLang="en-US" sz="1000" b="0" i="0" u="none" strike="noStrike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계열사 소개</a:t>
                      </a:r>
                      <a:endParaRPr lang="en-US" altLang="ko-KR" sz="1000" b="0" i="0" u="none" strike="noStrike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1111</a:t>
                      </a:r>
                      <a:endParaRPr lang="en-US" alt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15240" marB="15240" anchor="b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02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3433" y="2416897"/>
            <a:ext cx="88744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spc="-15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4400" spc="-15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400" spc="-15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6863"/>
          <a:stretch/>
        </p:blipFill>
        <p:spPr>
          <a:xfrm>
            <a:off x="4748343" y="3560128"/>
            <a:ext cx="1374513" cy="76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54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진홍색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C295F1CFE1BF24B8FF57653E0A49E51" ma:contentTypeVersion="13" ma:contentTypeDescription="새 문서를 만듭니다." ma:contentTypeScope="" ma:versionID="86ef56fa8438f22a552625e8d414ebdb">
  <xsd:schema xmlns:xsd="http://www.w3.org/2001/XMLSchema" xmlns:xs="http://www.w3.org/2001/XMLSchema" xmlns:p="http://schemas.microsoft.com/office/2006/metadata/properties" xmlns:ns2="b5cb4dd1-8dae-413a-bee6-b100d66f48f5" xmlns:ns3="e764269b-c18d-4dcc-ac71-f96f723f8f79" targetNamespace="http://schemas.microsoft.com/office/2006/metadata/properties" ma:root="true" ma:fieldsID="fcdd7388a226cf50739ba43b78ff0107" ns2:_="" ns3:_="">
    <xsd:import namespace="b5cb4dd1-8dae-413a-bee6-b100d66f48f5"/>
    <xsd:import namespace="e764269b-c18d-4dcc-ac71-f96f723f8f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cb4dd1-8dae-413a-bee6-b100d66f48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6f758c07-6da1-444b-9e44-057c31b72a9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64269b-c18d-4dcc-ac71-f96f723f8f7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6365580-88a4-4446-8b2f-9ac9b9b4a2b7}" ma:internalName="TaxCatchAll" ma:showField="CatchAllData" ma:web="e764269b-c18d-4dcc-ac71-f96f723f8f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cb4dd1-8dae-413a-bee6-b100d66f48f5">
      <Terms xmlns="http://schemas.microsoft.com/office/infopath/2007/PartnerControls"/>
    </lcf76f155ced4ddcb4097134ff3c332f>
    <TaxCatchAll xmlns="e764269b-c18d-4dcc-ac71-f96f723f8f7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BFA84B-1652-4A78-9C74-EC5127247C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cb4dd1-8dae-413a-bee6-b100d66f48f5"/>
    <ds:schemaRef ds:uri="e764269b-c18d-4dcc-ac71-f96f723f8f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5B6327-5092-4928-9BC1-E620AE86AE23}">
  <ds:schemaRefs>
    <ds:schemaRef ds:uri="b5cb4dd1-8dae-413a-bee6-b100d66f48f5"/>
    <ds:schemaRef ds:uri="e764269b-c18d-4dcc-ac71-f96f723f8f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DADBDD6-9107-4820-A977-2EC9A3E9F8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</TotalTime>
  <Words>796</Words>
  <Application>Microsoft Office PowerPoint</Application>
  <PresentationFormat>사용자 지정</PresentationFormat>
  <Paragraphs>429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KoPubDotum Bold</vt:lpstr>
      <vt:lpstr>KoPubDotum Medium</vt:lpstr>
      <vt:lpstr>Nanum Gothic</vt:lpstr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하나</dc:creator>
  <cp:lastModifiedBy>김 희영</cp:lastModifiedBy>
  <cp:revision>9</cp:revision>
  <cp:lastPrinted>2019-04-25T04:02:48Z</cp:lastPrinted>
  <dcterms:created xsi:type="dcterms:W3CDTF">2017-01-20T07:47:48Z</dcterms:created>
  <dcterms:modified xsi:type="dcterms:W3CDTF">2026-04-06T06:54:39Z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0x0101000C295F1CFE1BF24B8FF57653E0A49E51</vt:lpwstr>
  </property>
  <property fmtid="{D5CDD505-2E9C-101B-9397-08002B2CF9AE}" pid="3" name="NSCPROP_SA">
    <vt:lpwstr>C:\Users\노은실\Documents\01.Project\05.SEM\02.ComponentLibrary\00.제안서\삼성전기_ComponentLibrary_리뉴얼제안서_V1.0_180628.pptx</vt:lpwstr>
  </property>
  <property fmtid="{D5CDD505-2E9C-101B-9397-08002B2CF9AE}" pid="4" name="MediaServiceImageTags">
    <vt:lpwstr/>
  </property>
</Properties>
</file>